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5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C6A113-D743-4361-94C2-7C1D28910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014" y="499844"/>
            <a:ext cx="8825658" cy="3329581"/>
          </a:xfrm>
        </p:spPr>
        <p:txBody>
          <a:bodyPr/>
          <a:lstStyle/>
          <a:p>
            <a:pPr algn="ctr"/>
            <a:r>
              <a:rPr lang="es-ES" dirty="0">
                <a:latin typeface="Dsignes Bold" panose="02000506040000020004" pitchFamily="2" charset="0"/>
              </a:rPr>
              <a:t>Formación Dual</a:t>
            </a:r>
            <a:br>
              <a:rPr lang="es-ES" dirty="0">
                <a:latin typeface="Dsignes Bold" panose="02000506040000020004" pitchFamily="2" charset="0"/>
              </a:rPr>
            </a:br>
            <a:r>
              <a:rPr lang="es-ES" dirty="0">
                <a:latin typeface="Dsignes Bold" panose="02000506040000020004" pitchFamily="2" charset="0"/>
              </a:rPr>
              <a:t>2º Año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1C9622-F446-4054-9F86-F3B08DB81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985" y="4029380"/>
            <a:ext cx="80962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298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410D9-54BD-416B-A262-361BEA2D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Dsignes Bold" panose="02000506040000020004" pitchFamily="2" charset="0"/>
              </a:rPr>
              <a:t>Desarrollo del periodo Dual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03CC40-255A-4CC0-AD36-39E949530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Introducción en el departamento de Portales de la GISS (Gestión Informática de la Seguridad Social)</a:t>
            </a:r>
          </a:p>
          <a:p>
            <a:r>
              <a:rPr lang="es-ES" dirty="0"/>
              <a:t>Periodo de Formación (Diciembre  - Enero ).</a:t>
            </a:r>
          </a:p>
          <a:p>
            <a:r>
              <a:rPr lang="es-ES" dirty="0"/>
              <a:t>Aprendizaje de WebSphere.</a:t>
            </a:r>
          </a:p>
          <a:p>
            <a:r>
              <a:rPr lang="es-ES" dirty="0"/>
              <a:t>Creación de Temas Básicos.</a:t>
            </a:r>
          </a:p>
          <a:p>
            <a:r>
              <a:rPr lang="es-ES" dirty="0"/>
              <a:t>Creación de </a:t>
            </a:r>
            <a:r>
              <a:rPr lang="es-ES" dirty="0" err="1"/>
              <a:t>Portlets</a:t>
            </a:r>
            <a:r>
              <a:rPr lang="es-ES" dirty="0"/>
              <a:t> , Portales y Paginas con diferentes Componentes y Contenidos.</a:t>
            </a:r>
          </a:p>
          <a:p>
            <a:r>
              <a:rPr lang="es-ES" dirty="0"/>
              <a:t>Incorporación a un evolutivo (Febrero). Modificación Campo Orden.</a:t>
            </a:r>
          </a:p>
          <a:p>
            <a:r>
              <a:rPr lang="es-ES" dirty="0"/>
              <a:t>Creación de Tema a partir de una maqueta para una presentación de un desarrollo.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DE1526-E754-4DAE-8FBE-F6447933B1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494" b="33006"/>
          <a:stretch/>
        </p:blipFill>
        <p:spPr>
          <a:xfrm>
            <a:off x="8130680" y="2946633"/>
            <a:ext cx="3062681" cy="96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612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81DF8-4052-4174-AB11-BB648B24C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Dsignes Bold" panose="02000506040000020004" pitchFamily="2" charset="0"/>
              </a:rPr>
              <a:t>Portales de la S.S , Internet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A99FAE6-4AB9-4BA8-B7B4-5A5666571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970" y="1148427"/>
            <a:ext cx="6426805" cy="54844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41DACB29-B4F3-4294-98EB-48C50BD770A5}"/>
              </a:ext>
            </a:extLst>
          </p:cNvPr>
          <p:cNvSpPr txBox="1">
            <a:spLocks/>
          </p:cNvSpPr>
          <p:nvPr/>
        </p:nvSpPr>
        <p:spPr>
          <a:xfrm>
            <a:off x="572907" y="1289987"/>
            <a:ext cx="2083267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dirty="0">
                <a:solidFill>
                  <a:schemeClr val="bg1"/>
                </a:solidFill>
                <a:latin typeface="Dsignes Bold" panose="02000506040000020004" pitchFamily="2" charset="0"/>
              </a:rPr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1830768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FFCEC-1883-4C30-8A84-03720B08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Dsignes Bold" panose="02000506040000020004" pitchFamily="2" charset="0"/>
              </a:rPr>
              <a:t>Portales de la S.S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449BC50-F66C-4589-8A74-9E6538799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216" y="1567782"/>
            <a:ext cx="10083567" cy="4943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19B3AFD8-F8CB-46B5-9457-8996643D7FB5}"/>
              </a:ext>
            </a:extLst>
          </p:cNvPr>
          <p:cNvSpPr txBox="1">
            <a:spLocks/>
          </p:cNvSpPr>
          <p:nvPr/>
        </p:nvSpPr>
        <p:spPr>
          <a:xfrm>
            <a:off x="1054216" y="1566823"/>
            <a:ext cx="1820751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ES" dirty="0">
                <a:solidFill>
                  <a:schemeClr val="bg1"/>
                </a:solidFill>
                <a:latin typeface="Dsignes Bold" panose="02000506040000020004" pitchFamily="2" charset="0"/>
              </a:rPr>
              <a:t>Sede</a:t>
            </a:r>
          </a:p>
        </p:txBody>
      </p:sp>
    </p:spTree>
    <p:extLst>
      <p:ext uri="{BB962C8B-B14F-4D97-AF65-F5344CB8AC3E}">
        <p14:creationId xmlns:p14="http://schemas.microsoft.com/office/powerpoint/2010/main" val="1035656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81DF8-4052-4174-AB11-BB648B24C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Dsignes Bold" panose="02000506040000020004" pitchFamily="2" charset="0"/>
              </a:rPr>
              <a:t>Portales de la S.S , Sede</a:t>
            </a:r>
            <a:endParaRPr lang="es-ES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74F4988-4267-4EA5-B38B-FC98C4E8A774}"/>
              </a:ext>
            </a:extLst>
          </p:cNvPr>
          <p:cNvSpPr txBox="1">
            <a:spLocks/>
          </p:cNvSpPr>
          <p:nvPr/>
        </p:nvSpPr>
        <p:spPr>
          <a:xfrm>
            <a:off x="886437" y="1432599"/>
            <a:ext cx="1820751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s-ES" dirty="0">
              <a:solidFill>
                <a:schemeClr val="bg1"/>
              </a:solidFill>
              <a:latin typeface="Dsignes Bold" panose="02000506040000020004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AC77E4B-81A2-45E7-BCE3-0273F7529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1298526"/>
            <a:ext cx="6368670" cy="52290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4E2C867-C945-44C9-8377-A84DAE401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383" y="3529668"/>
            <a:ext cx="6229154" cy="11351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9D69E5F-4B15-45C9-98DE-F7435DE5C2C3}"/>
              </a:ext>
            </a:extLst>
          </p:cNvPr>
          <p:cNvSpPr txBox="1"/>
          <p:nvPr/>
        </p:nvSpPr>
        <p:spPr>
          <a:xfrm>
            <a:off x="7327891" y="1853248"/>
            <a:ext cx="44475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Cada pagina esta compuesta de </a:t>
            </a:r>
            <a:r>
              <a:rPr lang="es-ES" dirty="0" err="1"/>
              <a:t>Portlets</a:t>
            </a:r>
            <a:r>
              <a:rPr lang="es-ES" dirty="0"/>
              <a:t> , esta en concreto esta compuesta por 2 </a:t>
            </a:r>
            <a:r>
              <a:rPr lang="es-ES" dirty="0" err="1"/>
              <a:t>Portlets</a:t>
            </a:r>
            <a:r>
              <a:rPr lang="es-ES" dirty="0"/>
              <a:t>.</a:t>
            </a:r>
          </a:p>
          <a:p>
            <a:endParaRPr lang="es-ES" dirty="0"/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C248E024-E14B-4051-B0CC-6558680C56EB}"/>
              </a:ext>
            </a:extLst>
          </p:cNvPr>
          <p:cNvSpPr/>
          <p:nvPr/>
        </p:nvSpPr>
        <p:spPr>
          <a:xfrm>
            <a:off x="649089" y="2587219"/>
            <a:ext cx="213485" cy="151001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Abrir llave 10">
            <a:extLst>
              <a:ext uri="{FF2B5EF4-FFF2-40B4-BE49-F238E27FC236}">
                <a16:creationId xmlns:a16="http://schemas.microsoft.com/office/drawing/2014/main" id="{CF97A86F-52B3-4E4D-A3F5-1099A4AF21D4}"/>
              </a:ext>
            </a:extLst>
          </p:cNvPr>
          <p:cNvSpPr/>
          <p:nvPr/>
        </p:nvSpPr>
        <p:spPr>
          <a:xfrm>
            <a:off x="646111" y="4249743"/>
            <a:ext cx="213485" cy="151001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4469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89C25-A36B-47B8-8BBB-81B580048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Dsignes Bold" panose="02000506040000020004" pitchFamily="2" charset="0"/>
              </a:rPr>
              <a:t>Portales de la S.S , Sede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9D15714-1CC4-412D-8103-7029968F2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2404498"/>
            <a:ext cx="8449854" cy="33913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28CDD0E-E5C8-4621-881C-F6C508147448}"/>
              </a:ext>
            </a:extLst>
          </p:cNvPr>
          <p:cNvSpPr txBox="1"/>
          <p:nvPr/>
        </p:nvSpPr>
        <p:spPr>
          <a:xfrm>
            <a:off x="9336947" y="2404498"/>
            <a:ext cx="23179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“Aplicación” es Sugerencias y quejas , conteniendo una serie de servicios recogidos desde </a:t>
            </a:r>
            <a:r>
              <a:rPr lang="es-ES" dirty="0" err="1"/>
              <a:t>bbdd</a:t>
            </a:r>
            <a:r>
              <a:rPr lang="es-ES" dirty="0"/>
              <a:t> , algunos de estos hacen referencia a otros proyectos como Pros@</a:t>
            </a:r>
          </a:p>
        </p:txBody>
      </p:sp>
    </p:spTree>
    <p:extLst>
      <p:ext uri="{BB962C8B-B14F-4D97-AF65-F5344CB8AC3E}">
        <p14:creationId xmlns:p14="http://schemas.microsoft.com/office/powerpoint/2010/main" val="1411951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00C74-9267-4CBD-876D-9B08CAB30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Dsignes Bold" panose="02000506040000020004" pitchFamily="2" charset="0"/>
              </a:rPr>
              <a:t>Portales de la S.S , Sede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77DCA89-ED9F-4741-95DB-F431AA5F8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296" y="1317155"/>
            <a:ext cx="6073586" cy="52595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9238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A6BC4-8D2D-49AB-81D1-ABD1165C7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Dsignes Bold" panose="02000506040000020004" pitchFamily="2" charset="0"/>
              </a:rPr>
              <a:t>Portales de la S.S , Sede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3D4F60F-EFE5-4E55-98DB-5D2A0CDFC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395" y="1301877"/>
            <a:ext cx="5862478" cy="53430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23828A8-D0C4-4EF8-9B0E-CFD161F8990F}"/>
              </a:ext>
            </a:extLst>
          </p:cNvPr>
          <p:cNvSpPr txBox="1"/>
          <p:nvPr/>
        </p:nvSpPr>
        <p:spPr>
          <a:xfrm>
            <a:off x="8355435" y="1343747"/>
            <a:ext cx="338915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Finalmente la explicación del evolutivo , se trata de una ordenación y eliminación del campo orden.</a:t>
            </a:r>
          </a:p>
          <a:p>
            <a:endParaRPr lang="es-ES" dirty="0"/>
          </a:p>
          <a:p>
            <a:r>
              <a:rPr lang="es-ES" dirty="0"/>
              <a:t>Cada una de estas “Aplicaciones” estaba siendo representada por un </a:t>
            </a:r>
            <a:r>
              <a:rPr lang="es-ES" dirty="0" err="1"/>
              <a:t>jsp</a:t>
            </a:r>
            <a:r>
              <a:rPr lang="es-ES" dirty="0"/>
              <a:t> , este código se para a WebSphere y se elimina la lógica de ordenación a la interna de WebSphere.</a:t>
            </a:r>
          </a:p>
          <a:p>
            <a:endParaRPr lang="es-ES" dirty="0"/>
          </a:p>
          <a:p>
            <a:r>
              <a:rPr lang="es-ES" dirty="0"/>
              <a:t>Dichas aplicaciones tendrían que ser ordenadas posteriormente por los administradores de la S.S.</a:t>
            </a:r>
          </a:p>
        </p:txBody>
      </p:sp>
    </p:spTree>
    <p:extLst>
      <p:ext uri="{BB962C8B-B14F-4D97-AF65-F5344CB8AC3E}">
        <p14:creationId xmlns:p14="http://schemas.microsoft.com/office/powerpoint/2010/main" val="2821103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BEF2F-CA98-4D33-8CE8-21E5A31B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Dsignes Bold" panose="02000506040000020004" pitchFamily="2" charset="0"/>
              </a:rPr>
              <a:t>Portales de la S.S , Sede</a:t>
            </a:r>
            <a:endParaRPr lang="es-ES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7A992526-5642-4781-A8A1-CF6B2C440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8801" y="4271112"/>
            <a:ext cx="5360986" cy="1741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FE3223D-691C-47D3-9E86-B0BF958A2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637" y="2492907"/>
            <a:ext cx="1368369" cy="35548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1738327-C890-4204-80E3-AB2C446AF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678" y="2492907"/>
            <a:ext cx="5753232" cy="11385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9F7BF0D-2857-4D83-865F-2DFE9E889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64" y="2496806"/>
            <a:ext cx="2183140" cy="35157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9411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116</TotalTime>
  <Words>246</Words>
  <Application>Microsoft Office PowerPoint</Application>
  <PresentationFormat>Panorámica</PresentationFormat>
  <Paragraphs>25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Dsignes Bold</vt:lpstr>
      <vt:lpstr>Wingdings 3</vt:lpstr>
      <vt:lpstr>Ion</vt:lpstr>
      <vt:lpstr>Formación Dual 2º Año</vt:lpstr>
      <vt:lpstr>Desarrollo del periodo Dual</vt:lpstr>
      <vt:lpstr>Portales de la S.S , Internet</vt:lpstr>
      <vt:lpstr>Portales de la S.S</vt:lpstr>
      <vt:lpstr>Portales de la S.S , Sede</vt:lpstr>
      <vt:lpstr>Portales de la S.S , Sede</vt:lpstr>
      <vt:lpstr>Portales de la S.S , Sede</vt:lpstr>
      <vt:lpstr>Portales de la S.S , Sede</vt:lpstr>
      <vt:lpstr>Portales de la S.S , Sede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Formación Dual 2º Año</dc:title>
  <dc:creator>Sadai</dc:creator>
  <cp:lastModifiedBy>Sadai</cp:lastModifiedBy>
  <cp:revision>8</cp:revision>
  <dcterms:created xsi:type="dcterms:W3CDTF">2019-03-12T17:38:36Z</dcterms:created>
  <dcterms:modified xsi:type="dcterms:W3CDTF">2019-03-12T23:58:14Z</dcterms:modified>
</cp:coreProperties>
</file>